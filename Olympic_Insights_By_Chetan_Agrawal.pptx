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7" r:id="rId4"/>
    <p:sldId id="256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ED49C-436C-8BE4-B8BA-EF7EB317A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3F231-1FAF-C804-FE14-A69D1393B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09E1B-9AE1-3FFA-575B-1FB1E32A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81D4D-8CCA-8505-9833-C2AA7E9F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06EEE-406F-C35C-740F-32EED31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814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4B56-87D7-2D4B-9DBE-763F0F93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3B58A-D86F-F0A3-96FD-AB114413A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85FDF-4BDB-BBF5-4B53-AC65F3E0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A5CB3-562D-11AE-D292-6F39EE430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0E26A-5B0B-7626-18EC-A98ED482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55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7028-EE8F-DC64-AA02-10336A66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45EDB-5555-62EF-16E1-DCD400BEF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48C1B-BE8D-C174-92F2-3C5AEC40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C15FB-3362-B479-74E3-174B4CF6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C508E-5873-E316-A383-759B3C44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73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9F66-DD62-331F-B4F5-CC887C13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93CFF-CA61-4107-DCAD-22BB9AF03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8662F-5E89-9963-388F-E074300C9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715DA-4EAC-06D4-467C-66438497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AE1C4-AFA2-DDC7-417F-4E51D9B0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C3C17-8B11-AD45-08A9-07E540CCC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23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C0C8-5AD5-8655-5954-5E29C6B4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94E9B-17F3-354B-2885-3D85CA7EA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A6D80-A677-457B-3824-70A000557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7E900C-D7A9-E821-9F42-36BB44B1F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9256B0-68D3-24AE-A44D-C003A3469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5329D-85EF-65D6-21C7-AB4D841D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26BC5F-8C20-21E7-3376-5C3347DC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B3E760-D2F4-186F-CE67-DBC40245E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49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CD3E-5F40-0AAE-F533-8F8286F0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6E8FC-701A-F0D7-F75E-3C240372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9C33F-DED7-29DB-C1D6-70C4ED1D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2890E-1392-6CAB-36B6-57BE09E0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626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A0FDDC-023A-8A84-AFDD-96CCD9B3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14656-2FF6-6D68-D794-1F6F28CB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916ED-81B5-A4C9-C12D-8ED09970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23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2BC1-E221-AFD0-692A-3B8E3B53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1A5CE-F556-CEFE-F79A-860C01E4F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D8873-6F96-258B-93CC-85BCEDF67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6B03F-8E83-7B57-F4BA-687A82B1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DD795-0EC9-FCC3-CFFE-E9BF676B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FEF55-793D-AF33-370A-C600AFA9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11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F442-045B-A5A8-B144-43E7E16A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58652-D033-2888-5E92-E11BA43A9C4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2AE44-C149-531F-1D9C-57346EE29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D1530-1E07-9A14-BBA7-E1548E5E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DC261-F973-42DD-8D70-FC5776D3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0D513-430E-DAEA-5E44-45EB5740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158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24A3-4EDA-0794-EC26-5F91BFB8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6F7D1-E1A6-932C-11B7-D3A3A2EED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C0509-9E9F-B08E-21CE-C8A5E656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F62B0-CEDB-8380-753C-E9EBAF968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01897-29BC-6A3F-FDF9-2C9E8AFA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057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378BD6-2437-CF2B-AD7B-49F597198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C3FE0-5739-9FE6-1EFB-299895420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C1ECD-2AD7-6FF3-2528-ABF21288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E1F34-A0B9-7049-9278-E75CD9A4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7FE-119D-2786-2614-7EFF2E85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739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1F5702-7B82-216E-9D68-E61CA1FAE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F5581-61A9-C09E-49C6-105EB0254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382D3-75B9-EED9-5B27-AF1F31A8C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D043E-AD23-471F-AC7C-5C2E0C1F57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27E52-1FE1-F016-A0CF-A6FF1AD15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30637-1ED1-2C68-643B-A1D873AD5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56B46-BCD9-47D0-A99F-20E6CF020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17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1959C-44EC-B1C9-B58D-C21EB4555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12CA60-919A-5D81-9DAA-FA73D7778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9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98F6-1E51-E672-CBBD-D0D7D3584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6EEA79-6940-89BD-8E93-AC6F180CB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8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E6CCEA-43E7-357E-7430-79010012E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4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98C850-6F03-2E72-BC94-161366BE9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41A41-01C6-E9B9-AA42-0ADD4A55D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885276-F293-5AB1-858B-5D9AA6671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10"/>
            <a:ext cx="12192000" cy="690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5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0ACF-340D-F3F2-214C-C3C8C948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23F4D-218C-D2F1-7C8A-2CEBCC724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15"/>
            <a:ext cx="12192000" cy="681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7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DC65-4AB6-A160-E173-CA8DCC95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104219-D787-E58B-AD76-27A8ABC1E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5"/>
            <a:ext cx="12192000" cy="684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35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D5E2-EB28-D335-B9C2-19FD1825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1595F-EB12-E763-D223-4BFA8CE1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658" y="0"/>
            <a:ext cx="12256657" cy="682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3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31E9-8175-4C60-87C6-EDCE3FF4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0DEAC2-2A47-F4DA-5531-6D4DEBBA7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5"/>
            <a:ext cx="12192000" cy="684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71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48458-C572-CFD9-836B-1C1AF504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0EA268-CFC9-7BEF-6AAD-5DE6E03F1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E5872-5077-994D-AB9A-C30754A3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404FAC-52AD-8470-6323-6B4370A9F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22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231C1F-1524-E4D5-F9BF-1376889BF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-1"/>
            <a:ext cx="12188761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14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AGRAWAL</dc:creator>
  <cp:lastModifiedBy>CHETAN AGRAWAL</cp:lastModifiedBy>
  <cp:revision>4</cp:revision>
  <dcterms:created xsi:type="dcterms:W3CDTF">2026-10-09T11:11:06Z</dcterms:created>
  <dcterms:modified xsi:type="dcterms:W3CDTF">2026-10-10T11:10:51Z</dcterms:modified>
</cp:coreProperties>
</file>